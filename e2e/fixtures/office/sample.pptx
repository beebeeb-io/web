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/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/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ABF36C-80CD-406E-97EC-60FBEAF59B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fld id="{16C5265A-4B06-43D9-B0E4-CF63A9FB9EA9}" type="datetime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932D127-A6A4-4069-B7DD-684F3C83BE5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/>
          <p:nvPr/>
        </p:nvSpPr>
        <p:spPr>
          <a:xfrm>
            <a:off x="457200" y="274638"/>
            <a:ext cx="8229600" cy="21300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Beebeeb preview-matrix fixture — Slide 1 (task 1565)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café naïve 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日本語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Ελληνικά Москва €19.99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0123456789 0123456789 0123456789 0123456789 0123456789 0123456789 0123456789 0123456789 0123456789 0123456789 0123456789 0123456789 0123456789 0123456789 0123456789 0123456789 0123456789 0123456789 0123456789 0123456789 end-of-long-line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4114800" y="2514600"/>
            <a:ext cx="4322880" cy="346320"/>
          </a:xfrm>
          <a:prstGeom prst="rect">
            <a:avLst/>
          </a:prstGeom>
          <a:noFill/>
          <a:ln w="38160">
            <a:noFill/>
          </a:ln>
        </p:spPr>
        <p:txBody>
          <a:bodyPr wrap="none"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BB-PPTX-ROUNDTRIP-1790458200664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LibreOfficeDev/27.2.0.0.alpha0$Emscripten_x86 LibreOffice_project/f8941520720922033948ca14081dbb3dabbbe6b7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2026-09-26T23:30:28Z</dcterms:modified>
  <cp:revision>1</cp:revision>
  <dc:subject/>
  <dc:title/>
</cp:coreProperties>
</file>