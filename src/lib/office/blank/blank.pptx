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66205D-104B-458C-8755-FB179F5BAC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E634706-B4A1-465A-99A4-F49DC9778EC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LibreOffice/25.2.2.2$MacOSX_AARCH64 LibreOffice_project/7370d4be9e3cf6031a51beef54ff3bda878e3fac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